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3" r:id="rId9"/>
    <p:sldId id="260" r:id="rId10"/>
    <p:sldId id="265" r:id="rId11"/>
    <p:sldId id="261" r:id="rId12"/>
    <p:sldId id="266" r:id="rId13"/>
    <p:sldId id="262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B6C0F-B3E3-4111-83B0-A0602DE2349C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FCBF0-4444-4896-8AFA-EEC0ED65A1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7356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FCBF0-4444-4896-8AFA-EEC0ED65A17A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3583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B27F4-CC44-02F7-6317-69CB9A79C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DABF8-FED1-CF0A-6011-F0EF2AFE8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C2CE7-9073-DC92-6C37-4CF3F960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5B6B5-19B9-CA78-F8F6-35AC9384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6EF1-7BC0-9CAE-C2EC-95A2449B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799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F422-1A91-FE80-B24A-08FE3A8B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59C5A-63EA-2CAC-7A2F-4C1BB55BD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DAE30-A9FA-A0AB-4CCD-462972C6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CD511-E763-3A50-8363-9164ED9A5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9EE74-E609-8D69-B677-8CA4E80A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916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EDDE-318C-9259-C810-BBE2A6F9F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7BCD3-F6A9-5684-023B-0841056F3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1007-EFFC-1422-C2EC-1C60F4BD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60879-BA22-CC7D-3A46-EE8528F7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7A9AF-973E-F481-3141-A64C222C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6508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D07E-7BA4-7F9E-24FF-2249FE45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269FD-4122-770A-D444-8148FCF95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4BFB6-DFF3-3A46-0F92-5F5C7AD98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24A05-E3B8-A017-94E3-AC9326CA0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16824-CF30-BB4C-3EE9-5894540AE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39167-5AEA-0EA5-DB3A-238D9FE1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50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A9F79-2B74-E0EC-CD92-9F9B699A7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29D9D-2B76-F0AD-773E-582771BD5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2D64F-0133-5EB1-87D8-F4BB9241A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1027E-910F-F6E1-9A39-777969278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524B4-9E5E-614B-7D41-2F447B675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82201-4DAE-40CC-696D-04414B7B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8B70C7-DE36-E592-CD19-89D007BE0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99BF3-7E11-C794-981E-9E075DD1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5913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58F4-412F-BE82-208A-96512E116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B02035-9DBA-163F-2F0E-28D659D4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C0E8F-8846-0F12-5C5E-5BBBD3B4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0B9C6-9CA9-8DDA-D655-A65C3007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3600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0BA27-6F2B-866C-B0AF-44B4D4C8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7B2FD-B86B-2F83-D6A6-26B10D966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189DE-6AA5-2D62-EBBF-F8187FBA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8036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27-0F62-22EF-75FF-7F99E8A67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37BA-087A-6590-A1F1-DE286C3F5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55E37-CBCF-3FCF-9693-96FCA9737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34CC8-AD1B-3330-C71F-5DE8A99E4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A8E48-559E-A507-9251-195E09863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ECF90-ABB3-10EB-E22E-0388AC87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076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5CDE7-CF89-FC29-FB6B-5B243D216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9C708-D1D4-9232-E890-BE7F49634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85770-0F63-7227-1F18-6CB0CF5D8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68883-08D0-E0B5-6392-742FF6A5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3F2A2-674E-C93C-6CF2-87B72309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DE1C1-1E78-BB15-0986-CB1D1561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33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AC1AD-745F-4ED7-32FE-3AB3E1A2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7947A-3AE4-3E8F-3387-D7EC2A574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8CC5F-CBFC-95D2-1D8E-3B5147387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D7E98-5693-47DC-E191-4DA6B5F8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64221-97BF-1EA7-5CCB-6F78B950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1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1AD71E-6D7A-376A-9763-D1A51892A3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E9B94-0FB6-F99F-7252-D9921C86D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5CC56-5419-4E2E-BF3F-5D1FE070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A9C40-F23A-BB4A-AECD-5D5003F6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5FB19-522B-8646-A694-4F540371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5560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2B354-C836-5502-3A76-A2DFBF74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288BD-ECA4-94E4-49B5-D1691BA90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67E80-D0D6-8E65-0FC4-ADD22113B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62C65-7726-0BB6-2DE8-7386872F9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7CDC4-8E70-643C-8B40-D28B27BE0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640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Rectangle 1093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at is coding, and when did it all ...">
            <a:extLst>
              <a:ext uri="{FF2B5EF4-FFF2-40B4-BE49-F238E27FC236}">
                <a16:creationId xmlns:a16="http://schemas.microsoft.com/office/drawing/2014/main" id="{80239146-D19E-6458-6D8C-EC9CEC6A6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1" r="20642" b="-1"/>
          <a:stretch>
            <a:fillRect/>
          </a:stretch>
        </p:blipFill>
        <p:spPr bwMode="auto">
          <a:xfrm>
            <a:off x="7842212" y="782595"/>
            <a:ext cx="2727398" cy="272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96" name="Group 1095">
            <a:extLst>
              <a:ext uri="{FF2B5EF4-FFF2-40B4-BE49-F238E27FC236}">
                <a16:creationId xmlns:a16="http://schemas.microsoft.com/office/drawing/2014/main" id="{59A59B10-9D94-4C5B-8BF0-95928DCE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17" name="Group 1116">
              <a:extLst>
                <a:ext uri="{FF2B5EF4-FFF2-40B4-BE49-F238E27FC236}">
                  <a16:creationId xmlns:a16="http://schemas.microsoft.com/office/drawing/2014/main" id="{354E31B9-72DD-4DE4-B3E3-4395530BE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68738192-1FEA-49E1-BFF3-6D1C324A5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F3C51644-0F34-453B-92B8-9FF33932E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8" name="Group 1117">
              <a:extLst>
                <a:ext uri="{FF2B5EF4-FFF2-40B4-BE49-F238E27FC236}">
                  <a16:creationId xmlns:a16="http://schemas.microsoft.com/office/drawing/2014/main" id="{8ADB9AB8-2EB4-4B5E-9A1E-84F2E44D9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95F439B0-E080-4B01-85AF-D226A85BA4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EDEC643B-AA3F-4913-B411-1458BCEF2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873EA9-E9A9-0D62-9346-5F2B89936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5257801" cy="2308324"/>
          </a:xfrm>
        </p:spPr>
        <p:txBody>
          <a:bodyPr>
            <a:normAutofit/>
          </a:bodyPr>
          <a:lstStyle/>
          <a:p>
            <a:pPr algn="l"/>
            <a:r>
              <a:rPr lang="en-SG" sz="4500">
                <a:solidFill>
                  <a:schemeClr val="bg1"/>
                </a:solidFill>
              </a:rPr>
              <a:t>CareBridge Hospital Hospital Management System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9D19D-CD73-D9F0-4934-B15992965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SG">
                <a:solidFill>
                  <a:schemeClr val="bg1"/>
                </a:solidFill>
              </a:rPr>
              <a:t>Programming 1 Project!!</a:t>
            </a:r>
          </a:p>
        </p:txBody>
      </p:sp>
    </p:spTree>
    <p:extLst>
      <p:ext uri="{BB962C8B-B14F-4D97-AF65-F5344CB8AC3E}">
        <p14:creationId xmlns:p14="http://schemas.microsoft.com/office/powerpoint/2010/main" val="4179876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A61E29D-1D5A-7159-03EE-A574DB43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en-SG">
                <a:solidFill>
                  <a:schemeClr val="bg1"/>
                </a:solidFill>
              </a:rPr>
              <a:t>Group Information</a:t>
            </a:r>
            <a:br>
              <a:rPr lang="en-SG">
                <a:solidFill>
                  <a:schemeClr val="bg1"/>
                </a:solidFill>
              </a:rPr>
            </a:br>
            <a:r>
              <a:rPr lang="en-SG">
                <a:solidFill>
                  <a:schemeClr val="bg1"/>
                </a:solidFill>
              </a:rPr>
              <a:t>&amp;</a:t>
            </a:r>
            <a:br>
              <a:rPr lang="en-SG">
                <a:solidFill>
                  <a:schemeClr val="bg1"/>
                </a:solidFill>
              </a:rPr>
            </a:br>
            <a:r>
              <a:rPr lang="en-SG">
                <a:solidFill>
                  <a:schemeClr val="bg1"/>
                </a:solidFill>
              </a:rPr>
              <a:t>Work Distribution: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6F3E0-3CE3-42BB-5236-B8D1CD05D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987" y="1730504"/>
            <a:ext cx="5350580" cy="48691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SG">
                <a:solidFill>
                  <a:schemeClr val="bg1"/>
                </a:solidFill>
              </a:rPr>
              <a:t>Members: </a:t>
            </a:r>
            <a:br>
              <a:rPr lang="en-SG"/>
            </a:br>
            <a:endParaRPr lang="en-SG"/>
          </a:p>
          <a:p>
            <a:pPr marL="0" indent="0">
              <a:buNone/>
            </a:pPr>
            <a:r>
              <a:rPr lang="en-SG">
                <a:solidFill>
                  <a:schemeClr val="bg1"/>
                </a:solidFill>
              </a:rPr>
              <a:t>Tea Yu Jie – *LEADER* - Part 3</a:t>
            </a:r>
          </a:p>
          <a:p>
            <a:pPr marL="0" indent="0">
              <a:buNone/>
            </a:pPr>
            <a:r>
              <a:rPr lang="en-SG">
                <a:solidFill>
                  <a:schemeClr val="bg1"/>
                </a:solidFill>
              </a:rPr>
              <a:t>Cheng Feng - *NOBLE* - Part 1</a:t>
            </a:r>
          </a:p>
          <a:p>
            <a:pPr marL="0" indent="0">
              <a:buNone/>
            </a:pPr>
            <a:r>
              <a:rPr lang="en-SG">
                <a:solidFill>
                  <a:schemeClr val="bg1"/>
                </a:solidFill>
              </a:rPr>
              <a:t>Yu Luan - *COMMONER* - Part 2</a:t>
            </a:r>
          </a:p>
          <a:p>
            <a:pPr marL="0" indent="0">
              <a:buNone/>
            </a:pPr>
            <a:r>
              <a:rPr lang="en-SG">
                <a:solidFill>
                  <a:schemeClr val="bg1"/>
                </a:solidFill>
              </a:rPr>
              <a:t>Quenton - *SLAVE* - Part 4 – IP: 169.254.169.254</a:t>
            </a:r>
          </a:p>
        </p:txBody>
      </p:sp>
    </p:spTree>
    <p:extLst>
      <p:ext uri="{BB962C8B-B14F-4D97-AF65-F5344CB8AC3E}">
        <p14:creationId xmlns:p14="http://schemas.microsoft.com/office/powerpoint/2010/main" val="183321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A5418-7CE2-F938-8883-61FC053C1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14" y="1394468"/>
            <a:ext cx="4894428" cy="10584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Work Contribution: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6BC58-6664-DE2A-44F0-304BF42FC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14" y="2788937"/>
            <a:ext cx="4894428" cy="17106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Tea Yu Jie:</a:t>
            </a:r>
            <a:r>
              <a:rPr lang="en-US" sz="2400" dirty="0">
                <a:solidFill>
                  <a:schemeClr val="bg1"/>
                </a:solidFill>
              </a:rPr>
              <a:t> 27.5%</a:t>
            </a:r>
            <a:b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Cheng Feng: 27.5%</a:t>
            </a:r>
            <a:b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Yu Luan:25%</a:t>
            </a:r>
            <a:b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Quenton: 20%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EBBF56-923D-48A7-9F8F-86E33CFA3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81655" y="673020"/>
            <a:ext cx="4833902" cy="5683329"/>
            <a:chOff x="1674895" y="1345036"/>
            <a:chExt cx="5428610" cy="42109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D5794E-BC9E-4A8A-BB29-9A32C8F26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16175AF-13E0-4D14-8638-11BBE8359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8258443E-B333-44F4-8D49-1EAB1C1A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0256" y="596822"/>
            <a:ext cx="4833901" cy="5653877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3427" y="115962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 descr="sisyphus moment : r/PhilosophyMemes">
            <a:extLst>
              <a:ext uri="{FF2B5EF4-FFF2-40B4-BE49-F238E27FC236}">
                <a16:creationId xmlns:a16="http://schemas.microsoft.com/office/drawing/2014/main" id="{F59E1C8D-1A21-B2DD-1E65-8333887AE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629" y="1591157"/>
            <a:ext cx="3899155" cy="3665205"/>
          </a:xfrm>
          <a:prstGeom prst="rect">
            <a:avLst/>
          </a:prstGeom>
          <a:ln w="28575">
            <a:noFill/>
          </a:ln>
        </p:spPr>
      </p:pic>
      <p:sp>
        <p:nvSpPr>
          <p:cNvPr id="26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8" name="Graphic 212">
            <a:extLst>
              <a:ext uri="{FF2B5EF4-FFF2-40B4-BE49-F238E27FC236}">
                <a16:creationId xmlns:a16="http://schemas.microsoft.com/office/drawing/2014/main" id="{EB8560A9-B281-46EB-A304-1E4A5A00D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67882DD-56E8-460E-99D5-86E71982D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8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485C-98F6-D83B-D460-8609EBB04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en-SG" dirty="0"/>
              <a:t>Pseudocode – 1:  </a:t>
            </a:r>
            <a:r>
              <a:rPr lang="en-SG" dirty="0" err="1"/>
              <a:t>Chengfeng</a:t>
            </a:r>
            <a:endParaRPr lang="en-S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509C80-8A1D-9A6E-672C-63B450FFE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22867"/>
            <a:ext cx="11159067" cy="351366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SG" dirty="0"/>
          </a:p>
          <a:p>
            <a:endParaRPr lang="en-SG" sz="900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52E80AB-5543-0638-57E3-DDF1D33CAA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58190"/>
              </p:ext>
            </p:extLst>
          </p:nvPr>
        </p:nvGraphicFramePr>
        <p:xfrm>
          <a:off x="963084" y="1066800"/>
          <a:ext cx="3490913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728906" imgH="8891409" progId="Word.Document.12">
                  <p:embed/>
                </p:oleObj>
              </mc:Choice>
              <mc:Fallback>
                <p:oleObj name="Document" r:id="rId3" imgW="5728906" imgH="8891409" progId="Word.Documen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52E80AB-5543-0638-57E3-DDF1D33CA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3084" y="1066800"/>
                        <a:ext cx="3490913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ABEF46B-DFC2-A87A-CEE8-D54214D04A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126478"/>
              </p:ext>
            </p:extLst>
          </p:nvPr>
        </p:nvGraphicFramePr>
        <p:xfrm>
          <a:off x="4167452" y="1134005"/>
          <a:ext cx="3490913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728906" imgH="8891409" progId="Word.Document.12">
                  <p:embed/>
                </p:oleObj>
              </mc:Choice>
              <mc:Fallback>
                <p:oleObj name="Document" r:id="rId3" imgW="5728906" imgH="8891409" progId="Word.Documen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ABEF46B-DFC2-A87A-CEE8-D54214D04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67452" y="1134005"/>
                        <a:ext cx="3490913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259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D7E5-0309-036F-6E88-AAAC52C79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/>
          <a:lstStyle/>
          <a:p>
            <a:r>
              <a:rPr lang="en-SG" dirty="0" err="1"/>
              <a:t>FlowChart</a:t>
            </a:r>
            <a:r>
              <a:rPr lang="en-SG" dirty="0"/>
              <a:t> – 1:  </a:t>
            </a:r>
            <a:r>
              <a:rPr lang="en-SG" dirty="0" err="1"/>
              <a:t>Chengfeng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6A0911-D2DF-2597-787D-01E05A6BC2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505" y="1356831"/>
            <a:ext cx="9056161" cy="523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10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28AF-430E-5720-EA49-40DE463C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8EB2-F8B6-B3A3-21C3-2A26982A5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Pseudocode 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1B121-BE94-7AA9-6938-8C7CFB80B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408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E6A54-C9DE-25B3-C99C-6BDCF4AD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ADB68-142F-F894-C6B6-F27D4EC6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FlowChart</a:t>
            </a:r>
            <a:r>
              <a:rPr lang="en-SG" dirty="0"/>
              <a:t>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EEC34-99AB-D2A3-ED4B-B802D65A3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2552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F3CB7-B715-9AB9-0965-151F4995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2C67-48C7-D2FD-E094-6261D4172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Pseudocode 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51442-6D0F-0359-2DF8-83EF684FD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791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F9AC-EB3B-5E92-764F-A3387585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05B4C-9030-3631-640D-B73D1376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FlowChart</a:t>
            </a:r>
            <a:r>
              <a:rPr lang="en-SG" dirty="0"/>
              <a:t>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E8E1D-0938-7BFF-57F1-3F4144271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00934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ED6E5-4A06-C42E-4E7C-A3364ED25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CF7D-D50A-8DBF-954F-98229DDF0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Pseudocode – 4:  Quenton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D8C6700-00E6-16DF-DBB5-4C863A8F03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918010"/>
              </p:ext>
            </p:extLst>
          </p:nvPr>
        </p:nvGraphicFramePr>
        <p:xfrm>
          <a:off x="665886" y="1649530"/>
          <a:ext cx="5189376" cy="5001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0848" imgH="8300163" progId="Word.Document.12">
                  <p:embed/>
                </p:oleObj>
              </mc:Choice>
              <mc:Fallback>
                <p:oleObj name="Document" r:id="rId2" imgW="5940848" imgH="8300163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D8C6700-00E6-16DF-DBB5-4C863A8F03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5886" y="1649530"/>
                        <a:ext cx="5189376" cy="50010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B73E0EC-1104-4E23-B296-00BD256E5227}"/>
              </a:ext>
            </a:extLst>
          </p:cNvPr>
          <p:cNvSpPr txBox="1"/>
          <p:nvPr/>
        </p:nvSpPr>
        <p:spPr>
          <a:xfrm>
            <a:off x="5855262" y="1510748"/>
            <a:ext cx="5584695" cy="580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SET room = "Room 2"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DISPLAY "--- Triage Summary ---"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DISPLAY "Severity Level: " + {severity}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DISPLAY "Assigned Room: " + {room}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BREAK 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EXCEPT </a:t>
            </a:r>
            <a:r>
              <a:rPr lang="en-US" sz="1800" dirty="0" err="1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ValueError</a:t>
            </a: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DISPLAY "Error: Invalid input. Please enter a number."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END FUNCTION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00422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8FD13-7FA9-A345-01F3-AEED237D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22CF-A82B-BCA2-52F9-E34D63369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FlowChart</a:t>
            </a:r>
            <a:r>
              <a:rPr lang="en-SG" dirty="0"/>
              <a:t> – 4                           Quenton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5FFC90-E415-18B3-9537-B8C031846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033" y="0"/>
            <a:ext cx="6498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06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91AAA33CF2794FA14DF64B115841C2" ma:contentTypeVersion="10" ma:contentTypeDescription="Create a new document." ma:contentTypeScope="" ma:versionID="dd5e62ac949c9daa2ad15ef7947d9f86">
  <xsd:schema xmlns:xsd="http://www.w3.org/2001/XMLSchema" xmlns:xs="http://www.w3.org/2001/XMLSchema" xmlns:p="http://schemas.microsoft.com/office/2006/metadata/properties" xmlns:ns3="b960beec-da06-481e-a38d-06cdbe0200bf" targetNamespace="http://schemas.microsoft.com/office/2006/metadata/properties" ma:root="true" ma:fieldsID="b42f659f3b35355f3553136d03a41ccd" ns3:_="">
    <xsd:import namespace="b960beec-da06-481e-a38d-06cdbe0200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60beec-da06-481e-a38d-06cdbe0200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60beec-da06-481e-a38d-06cdbe0200bf" xsi:nil="true"/>
  </documentManagement>
</p:properties>
</file>

<file path=customXml/itemProps1.xml><?xml version="1.0" encoding="utf-8"?>
<ds:datastoreItem xmlns:ds="http://schemas.openxmlformats.org/officeDocument/2006/customXml" ds:itemID="{554E76A7-394C-44D2-8DC3-FAABA5582E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707695-0F93-459D-90E9-5B3B3AC651EA}">
  <ds:schemaRefs>
    <ds:schemaRef ds:uri="b960beec-da06-481e-a38d-06cdbe0200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7686909-5E2C-4021-BCBE-A3A820DC92AA}">
  <ds:schemaRefs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b960beec-da06-481e-a38d-06cdbe0200bf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177</Words>
  <Application>Microsoft Office PowerPoint</Application>
  <PresentationFormat>Widescreen</PresentationFormat>
  <Paragraphs>32</Paragraphs>
  <Slides>11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Document</vt:lpstr>
      <vt:lpstr>CareBridge Hospital Hospital Management System </vt:lpstr>
      <vt:lpstr>Group Information &amp; Work Distribution:</vt:lpstr>
      <vt:lpstr>Work Contribution:</vt:lpstr>
      <vt:lpstr>Pseudocode – 1:  Chengfeng</vt:lpstr>
      <vt:lpstr>FlowChart – 1:  Chengfeng</vt:lpstr>
      <vt:lpstr>Pseudocode - </vt:lpstr>
      <vt:lpstr>FlowChart -</vt:lpstr>
      <vt:lpstr>Pseudocode - </vt:lpstr>
      <vt:lpstr>FlowChart -</vt:lpstr>
      <vt:lpstr>Pseudocode – 4:  Quenton</vt:lpstr>
      <vt:lpstr>FlowChart – 4                           Quenton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 YU JIE</dc:creator>
  <cp:lastModifiedBy>CHOY CHENGFENG</cp:lastModifiedBy>
  <cp:revision>3</cp:revision>
  <dcterms:created xsi:type="dcterms:W3CDTF">2026-05-13T02:44:59Z</dcterms:created>
  <dcterms:modified xsi:type="dcterms:W3CDTF">2026-05-19T13:28:41Z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0x0101007891AAA33CF2794FA14DF64B115841C2</vt:lpwstr>
  </property>
</Properties>
</file>